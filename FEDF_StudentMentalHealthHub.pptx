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87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51A2-09E4-9FC6-8C2F-D971B63BB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840AC-D47A-AF41-4AAF-7C0DF3C47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9C42E-C5CB-4556-20B1-06F8285BD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53366-378D-D062-21AD-277F4538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D0EE-A17C-D862-D68C-31829148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99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05C1-2987-3CA1-97F6-D584D9BC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8CA2D-1093-B085-D0BC-BAD25931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7BC46-33D6-FF92-510E-8023275E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327C-E28D-2065-8341-AE565843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A176D-B366-5023-D212-81861473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3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3C38-57C8-4497-A54B-33B4A55CD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1003-D733-47B4-776E-ACD6065C3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2B70A-5A27-0724-E934-81201797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62D9-EECD-DB77-E0A1-5862E08E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892AA-5D95-7DA0-3508-A1112921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98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C87C-AB65-CF58-EBB3-96151CDC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6BB0B-B802-7EC6-DFBB-FEC518476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7FD0D-D2A9-131E-81C2-CB7181EFF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6E03B-B17B-0480-DC80-A08EB0CA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90C55-2085-1E6B-AB2B-EFE23687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96DD2-6A45-6F75-F670-CD8BDEFE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87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A78AD-0E6C-B40F-823A-0DF5519E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452E6-CF75-8022-E656-1F71E2E97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930BB-F7C4-2099-D1C6-3301AC12F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18221-C792-728D-DA6D-5DE40FDE6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03D4E-5FF3-C0FC-EBDB-9D2D7AAC0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A84150-F111-4C74-48AC-433C4CBC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FB24A-2422-9823-B093-6F9235AD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6D270-AE92-1DB2-56DF-05084F33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7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A3CE-05F6-06BF-341D-D63A70D6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A68779-0012-EE5B-67A8-C8221935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C8F0A-882F-0D3B-5CFA-724FB55B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CDDD2-90A9-9F3B-550E-5255A4C7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8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BF93B-37A3-B77F-C0F2-BE53892B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B0665-6D8C-1DF4-F6EF-47AA5F14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CFF59-6EA3-46BB-34A9-B3E52562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93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7329-E0AB-CB8B-A7B3-0D9AC7086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89A08-40D7-890C-95F6-8447D5735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34244-0200-350E-90F1-AF19F644B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BB54A-EB84-85C9-E3B5-21EAB45B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05FF1-E7E4-A42A-3979-05A0677A1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93FDB-A42B-44C2-516B-6BE35F22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3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8207-2294-7683-2E24-3F475AE7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027A5C-F7A0-F6C8-2BDE-4C2CE1B59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29F9E-E472-A09B-DD5D-B8561A145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99123-8A97-048F-168D-B68623F1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3D01-B9F9-03E8-3E6E-BF0CF8D3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1B195-7AC5-E644-5027-4074423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4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B433-07EA-403B-52D6-2941AC11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B7854-484D-E7F7-DC82-D91895F3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AFB6-67AC-E439-A8B5-9F803353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C001-A578-97AC-A31F-22A39FCE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CC37-70CA-5EA5-B139-F771E0CF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159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BCB8D-6CFA-82D2-1589-7598F6503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315AB-558C-38CC-B4AB-38526026C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1AD4E-D500-CC5E-6F62-E510C19B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2EC40-E2B4-C0E9-A8F8-CE1879ED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38B8-5905-2425-CB5C-1436DE83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6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BCAEB-C539-2BE7-67C3-1D7712DB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15D13-4920-E14B-46F9-99322A780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E0AC4-6C0B-658D-3F18-798D887FB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80008-56B6-47C1-B73E-104E91857D8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778F0-79DA-B307-AE4B-09380502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5FCD-EF59-18AE-2205-4D12E80AD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A8A20-B16D-4B78-914E-49D6785C6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7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2FCBA66-23BF-3A31-8122-B210B3EB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red and white logo&#10;&#10;AI-generated content may be incorrect.">
            <a:extLst>
              <a:ext uri="{FF2B5EF4-FFF2-40B4-BE49-F238E27FC236}">
                <a16:creationId xmlns:a16="http://schemas.microsoft.com/office/drawing/2014/main" id="{A09216E5-6CEB-EA23-FDD7-A5304DFDB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8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C8BF318-CDFC-5E7D-C108-C6E7C7251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6094"/>
          </a:xfrm>
          <a:prstGeom prst="rect">
            <a:avLst/>
          </a:prstGeom>
        </p:spPr>
      </p:pic>
      <p:pic>
        <p:nvPicPr>
          <p:cNvPr id="6" name="Picture 5" descr="A red and white logo&#10;&#10;AI-generated content may be incorrect.">
            <a:extLst>
              <a:ext uri="{FF2B5EF4-FFF2-40B4-BE49-F238E27FC236}">
                <a16:creationId xmlns:a16="http://schemas.microsoft.com/office/drawing/2014/main" id="{88554869-A33B-7AAC-0085-D92BEFF7A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62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ard with black text&#10;&#10;AI-generated content may be incorrect.">
            <a:extLst>
              <a:ext uri="{FF2B5EF4-FFF2-40B4-BE49-F238E27FC236}">
                <a16:creationId xmlns:a16="http://schemas.microsoft.com/office/drawing/2014/main" id="{79E8D359-3687-0C33-DCA7-82B409568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EB6DFEFD-AEB0-8451-2D1C-713CC6308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0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pointing at a graph on a computer&#10;&#10;AI-generated content may be incorrect.">
            <a:extLst>
              <a:ext uri="{FF2B5EF4-FFF2-40B4-BE49-F238E27FC236}">
                <a16:creationId xmlns:a16="http://schemas.microsoft.com/office/drawing/2014/main" id="{F1D075C0-349C-80AE-804B-31203BDD1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F3CB59C0-C6E8-A2D0-9A01-3B298FC11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6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383710-206F-5F21-B336-958A94B5B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C8313B00-85AF-CFE1-B2D1-68D723397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1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7BEFA-B74A-C9DF-07A1-E1CE030B9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BD3E06EA-9B68-D946-8141-1098AD402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0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D3173E-79CC-9A4C-BA75-37BD95024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0F1EC4F5-AFAD-F845-8C5C-7A8D78CA7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71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3EEE05-993E-07DD-DEF3-550DD71F5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2DECDAC4-ABFD-DD4B-ED7C-CB2BEF5D0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8366" y="1"/>
            <a:ext cx="703634" cy="68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aper&#10;&#10;AI-generated content may be incorrect.">
            <a:extLst>
              <a:ext uri="{FF2B5EF4-FFF2-40B4-BE49-F238E27FC236}">
                <a16:creationId xmlns:a16="http://schemas.microsoft.com/office/drawing/2014/main" id="{1972851C-EB78-8959-3F93-72846583F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46BB44BE-ED25-3AE8-4D85-80D4CB11A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5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hank you card&#10;&#10;AI-generated content may be incorrect.">
            <a:extLst>
              <a:ext uri="{FF2B5EF4-FFF2-40B4-BE49-F238E27FC236}">
                <a16:creationId xmlns:a16="http://schemas.microsoft.com/office/drawing/2014/main" id="{60B5EBE2-F4C7-B783-B612-7355F3704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D46E97D0-D891-F0DB-0D5B-636B050B1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332" y="0"/>
            <a:ext cx="1559668" cy="105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47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M.Geethika Chowdary</dc:creator>
  <cp:lastModifiedBy>M.Geethika Chowdary</cp:lastModifiedBy>
  <cp:revision>1</cp:revision>
  <dcterms:created xsi:type="dcterms:W3CDTF">2026-06-07T14:41:13Z</dcterms:created>
  <dcterms:modified xsi:type="dcterms:W3CDTF">2026-06-07T14:50:39Z</dcterms:modified>
</cp:coreProperties>
</file>